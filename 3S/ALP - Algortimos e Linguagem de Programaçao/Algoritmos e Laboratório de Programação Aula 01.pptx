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4546" y="1871131"/>
            <a:ext cx="7204364" cy="1630058"/>
          </a:xfrm>
        </p:spPr>
        <p:txBody>
          <a:bodyPr/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Algoritmos e Laboratório de Programação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065516" y="4207043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Aula 01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Docente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5127" y="2556930"/>
            <a:ext cx="5416641" cy="3711347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Prof. Dr. Cahue Sbrana</a:t>
            </a:r>
          </a:p>
          <a:p>
            <a:r>
              <a:rPr lang="pt-BR" sz="2800" dirty="0"/>
              <a:t>Formação: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Técnico em eletrônica.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Engenheiro de Materiais – UFSCar.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MBA Gestão Empresarial – FGV.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Tecnologias Digitais Aplicadas ao Ensino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Mestrado – CENA USP.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Doutorado – CENA USP.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6261767" y="2556931"/>
            <a:ext cx="5085105" cy="37113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Experiência Profissional: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Mineradora produção alumínio.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Industria Embalagens Plástica.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Industria Cerâmica.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Usinas de cana, açúcar e etanol.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Industria Sal Cisne.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UVA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UCP / IPETEC</a:t>
            </a:r>
          </a:p>
        </p:txBody>
      </p:sp>
    </p:spTree>
    <p:extLst>
      <p:ext uri="{BB962C8B-B14F-4D97-AF65-F5344CB8AC3E}">
        <p14:creationId xmlns:p14="http://schemas.microsoft.com/office/powerpoint/2010/main" val="396355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42109" y="2493818"/>
            <a:ext cx="10307782" cy="3851563"/>
          </a:xfrm>
        </p:spPr>
        <p:txBody>
          <a:bodyPr>
            <a:normAutofit fontScale="92500"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Compreender o conceito formal de algoritmo e sua representação.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Traduzir problemas computacionais em modelos algorítmicos.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Utilizar estruturas de controle (sequência, seleção, repetição).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Trabalhar com tipos de dados primitivos e compostos.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Aplicar modularização via funções/procedimentos.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Implementar algoritmos de busca e ordenação.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Compreender noções iniciais de análise de complexidade.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Desenvolver programas organizados, legíveis e testáveis.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2800" dirty="0"/>
              <a:t>Utilizar ambiente de desenvolvimento e ferramentas básicas de depuração.</a:t>
            </a:r>
          </a:p>
        </p:txBody>
      </p:sp>
    </p:spTree>
    <p:extLst>
      <p:ext uri="{BB962C8B-B14F-4D97-AF65-F5344CB8AC3E}">
        <p14:creationId xmlns:p14="http://schemas.microsoft.com/office/powerpoint/2010/main" val="309226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1273" y="2466109"/>
            <a:ext cx="5153891" cy="374072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pt-BR" sz="2800" dirty="0"/>
              <a:t>Conceitos fundamentais de algoritmos. 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Representação e modelagem de problemas. 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Estruturas de controle. 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Tipos de dados simples e compostos.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Modularização. Recursividade.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8AEAAD5-DB20-E024-08B3-02D44EF83350}"/>
              </a:ext>
            </a:extLst>
          </p:cNvPr>
          <p:cNvSpPr txBox="1">
            <a:spLocks/>
          </p:cNvSpPr>
          <p:nvPr/>
        </p:nvSpPr>
        <p:spPr>
          <a:xfrm>
            <a:off x="5985164" y="2466109"/>
            <a:ext cx="5375563" cy="36298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sz="2800" dirty="0"/>
              <a:t>Estruturas básicas de dados lineares. 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Algoritmos clássicos de busca e ordenação. 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Noções de complexidade computacional. </a:t>
            </a:r>
          </a:p>
          <a:p>
            <a:pPr>
              <a:spcBef>
                <a:spcPts val="0"/>
              </a:spcBef>
            </a:pPr>
            <a:r>
              <a:rPr lang="pt-BR" sz="2800" dirty="0"/>
              <a:t>Práticas de programação estruturada em laboratório.</a:t>
            </a:r>
          </a:p>
        </p:txBody>
      </p:sp>
    </p:spTree>
    <p:extLst>
      <p:ext uri="{BB962C8B-B14F-4D97-AF65-F5344CB8AC3E}">
        <p14:creationId xmlns:p14="http://schemas.microsoft.com/office/powerpoint/2010/main" val="324881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Bibliografias Recomendadas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4400" y="2442412"/>
            <a:ext cx="10363200" cy="3826042"/>
          </a:xfrm>
        </p:spPr>
        <p:txBody>
          <a:bodyPr>
            <a:noAutofit/>
          </a:bodyPr>
          <a:lstStyle/>
          <a:p>
            <a:pPr algn="just"/>
            <a:r>
              <a:rPr lang="pt-BR" dirty="0"/>
              <a:t>Algoritmos: Teoria e Prática – Thomas H. </a:t>
            </a:r>
            <a:r>
              <a:rPr lang="pt-BR" dirty="0" err="1"/>
              <a:t>Cormen</a:t>
            </a:r>
            <a:r>
              <a:rPr lang="pt-BR" dirty="0"/>
              <a:t> et al.(Referência para fundamentos formais e análise de algoritmos).</a:t>
            </a:r>
          </a:p>
          <a:p>
            <a:pPr algn="just"/>
            <a:r>
              <a:rPr lang="pt-BR" dirty="0"/>
              <a:t>Estruturas de Dados e Algoritmos em Java – </a:t>
            </a:r>
            <a:r>
              <a:rPr lang="pt-BR" dirty="0" err="1"/>
              <a:t>Goodrich</a:t>
            </a:r>
            <a:r>
              <a:rPr lang="pt-BR" dirty="0"/>
              <a:t>, </a:t>
            </a:r>
            <a:r>
              <a:rPr lang="pt-BR" dirty="0" err="1"/>
              <a:t>Tamassia</a:t>
            </a:r>
            <a:r>
              <a:rPr lang="pt-BR" dirty="0"/>
              <a:t> e </a:t>
            </a:r>
            <a:r>
              <a:rPr lang="pt-BR" dirty="0" err="1"/>
              <a:t>Goldwasser</a:t>
            </a:r>
            <a:r>
              <a:rPr lang="pt-BR" dirty="0"/>
              <a:t>(Ótimo para abordagem didática aplicada).</a:t>
            </a:r>
          </a:p>
          <a:p>
            <a:pPr algn="just"/>
            <a:r>
              <a:rPr lang="pt-BR" dirty="0"/>
              <a:t>Python para Análise de Dados – Wes </a:t>
            </a:r>
            <a:r>
              <a:rPr lang="pt-BR" dirty="0" err="1"/>
              <a:t>McKinney</a:t>
            </a:r>
            <a:r>
              <a:rPr lang="pt-BR" dirty="0"/>
              <a:t>(Para aplicações práticas modernas, caso use Python).</a:t>
            </a:r>
          </a:p>
          <a:p>
            <a:pPr algn="just"/>
            <a:r>
              <a:rPr lang="en-US" b="1" dirty="0"/>
              <a:t>Introduction to the Theory of Computation</a:t>
            </a:r>
            <a:r>
              <a:rPr lang="en-US" dirty="0"/>
              <a:t> – Michael </a:t>
            </a:r>
            <a:r>
              <a:rPr lang="en-US" dirty="0" err="1"/>
              <a:t>Sipser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622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de Avaliação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06317"/>
            <a:ext cx="9601196" cy="3922294"/>
          </a:xfrm>
        </p:spPr>
        <p:txBody>
          <a:bodyPr>
            <a:normAutofit/>
          </a:bodyPr>
          <a:lstStyle/>
          <a:p>
            <a:r>
              <a:rPr lang="pt-BR" sz="2800" dirty="0"/>
              <a:t>Avaliações: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800" dirty="0"/>
              <a:t>Trabalhos e Atividades Avaliativas.</a:t>
            </a:r>
          </a:p>
        </p:txBody>
      </p:sp>
    </p:spTree>
    <p:extLst>
      <p:ext uri="{BB962C8B-B14F-4D97-AF65-F5344CB8AC3E}">
        <p14:creationId xmlns:p14="http://schemas.microsoft.com/office/powerpoint/2010/main" val="3980060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1454</TotalTime>
  <Words>292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Garamond</vt:lpstr>
      <vt:lpstr>Wingdings</vt:lpstr>
      <vt:lpstr>Orgânico</vt:lpstr>
      <vt:lpstr>Algoritmos e Laboratório de Programação</vt:lpstr>
      <vt:lpstr>Docente da Disciplina</vt:lpstr>
      <vt:lpstr>Principais Objetivos</vt:lpstr>
      <vt:lpstr>Ementa</vt:lpstr>
      <vt:lpstr>Bibliografias Recomendadas</vt:lpstr>
      <vt:lpstr>Método de Avaliação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376</cp:revision>
  <dcterms:created xsi:type="dcterms:W3CDTF">2016-01-25T19:09:02Z</dcterms:created>
  <dcterms:modified xsi:type="dcterms:W3CDTF">2026-02-27T20:08:24Z</dcterms:modified>
</cp:coreProperties>
</file>